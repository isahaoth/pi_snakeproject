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64" r:id="rId6"/>
    <p:sldId id="258" r:id="rId7"/>
    <p:sldId id="259" r:id="rId8"/>
    <p:sldId id="260" r:id="rId9"/>
    <p:sldId id="261" r:id="rId10"/>
    <p:sldId id="266" r:id="rId11"/>
    <p:sldId id="267" r:id="rId12"/>
    <p:sldId id="268" r:id="rId13"/>
    <p:sldId id="269" r:id="rId14"/>
    <p:sldId id="262" r:id="rId15"/>
    <p:sldId id="271" r:id="rId16"/>
    <p:sldId id="265" r:id="rId17"/>
    <p:sldId id="270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FA37CA-84EE-EAFD-DFC3-1720148EA83A}" v="857" dt="2026-01-14T22:01:58.4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andra Woźniak" userId="S::alwozniak@student.agh.edu.pl::df1369aa-6e6b-4b2d-ac64-5700e4a6cd95" providerId="AD" clId="Web-{C4FA37CA-84EE-EAFD-DFC3-1720148EA83A}"/>
    <pc:docChg chg="addSld delSld modSld sldOrd">
      <pc:chgData name="Aleksandra Woźniak" userId="S::alwozniak@student.agh.edu.pl::df1369aa-6e6b-4b2d-ac64-5700e4a6cd95" providerId="AD" clId="Web-{C4FA37CA-84EE-EAFD-DFC3-1720148EA83A}" dt="2026-01-14T22:01:58.467" v="798" actId="20577"/>
      <pc:docMkLst>
        <pc:docMk/>
      </pc:docMkLst>
      <pc:sldChg chg="addSp delSp modSp mod setBg">
        <pc:chgData name="Aleksandra Woźniak" userId="S::alwozniak@student.agh.edu.pl::df1369aa-6e6b-4b2d-ac64-5700e4a6cd95" providerId="AD" clId="Web-{C4FA37CA-84EE-EAFD-DFC3-1720148EA83A}" dt="2026-01-14T19:25:20.639" v="198" actId="1076"/>
        <pc:sldMkLst>
          <pc:docMk/>
          <pc:sldMk cId="3841575494" sldId="256"/>
        </pc:sldMkLst>
        <pc:spChg chg="mod">
          <ac:chgData name="Aleksandra Woźniak" userId="S::alwozniak@student.agh.edu.pl::df1369aa-6e6b-4b2d-ac64-5700e4a6cd95" providerId="AD" clId="Web-{C4FA37CA-84EE-EAFD-DFC3-1720148EA83A}" dt="2026-01-14T19:25:20.639" v="198" actId="1076"/>
          <ac:spMkLst>
            <pc:docMk/>
            <pc:sldMk cId="3841575494" sldId="256"/>
            <ac:spMk id="3" creationId="{B371D6A9-1F76-ADEF-6A45-8594D18F3E5D}"/>
          </ac:spMkLst>
        </pc:spChg>
        <pc:spChg chg="add mod">
          <ac:chgData name="Aleksandra Woźniak" userId="S::alwozniak@student.agh.edu.pl::df1369aa-6e6b-4b2d-ac64-5700e4a6cd95" providerId="AD" clId="Web-{C4FA37CA-84EE-EAFD-DFC3-1720148EA83A}" dt="2026-01-14T19:25:09.530" v="196" actId="20577"/>
          <ac:spMkLst>
            <pc:docMk/>
            <pc:sldMk cId="3841575494" sldId="256"/>
            <ac:spMk id="4" creationId="{C08B13C1-73B8-4665-84E4-9ECC7ADABF20}"/>
          </ac:spMkLst>
        </pc:spChg>
        <pc:spChg chg="add del mod">
          <ac:chgData name="Aleksandra Woźniak" userId="S::alwozniak@student.agh.edu.pl::df1369aa-6e6b-4b2d-ac64-5700e4a6cd95" providerId="AD" clId="Web-{C4FA37CA-84EE-EAFD-DFC3-1720148EA83A}" dt="2026-01-14T19:23:41.952" v="174"/>
          <ac:spMkLst>
            <pc:docMk/>
            <pc:sldMk cId="3841575494" sldId="256"/>
            <ac:spMk id="6" creationId="{5F7AC216-062C-18B3-37F3-E2953B922AB2}"/>
          </ac:spMkLst>
        </pc:spChg>
        <pc:picChg chg="add del mod">
          <ac:chgData name="Aleksandra Woźniak" userId="S::alwozniak@student.agh.edu.pl::df1369aa-6e6b-4b2d-ac64-5700e4a6cd95" providerId="AD" clId="Web-{C4FA37CA-84EE-EAFD-DFC3-1720148EA83A}" dt="2026-01-14T19:24:03.405" v="182"/>
          <ac:picMkLst>
            <pc:docMk/>
            <pc:sldMk cId="3841575494" sldId="256"/>
            <ac:picMk id="5" creationId="{CF72B7CE-A967-8F84-9741-D21C56C00422}"/>
          </ac:picMkLst>
        </pc:picChg>
        <pc:picChg chg="add del mod">
          <ac:chgData name="Aleksandra Woźniak" userId="S::alwozniak@student.agh.edu.pl::df1369aa-6e6b-4b2d-ac64-5700e4a6cd95" providerId="AD" clId="Web-{C4FA37CA-84EE-EAFD-DFC3-1720148EA83A}" dt="2026-01-14T19:24:13.608" v="187"/>
          <ac:picMkLst>
            <pc:docMk/>
            <pc:sldMk cId="3841575494" sldId="256"/>
            <ac:picMk id="7" creationId="{B10DADDB-FC57-A00B-312D-014FB5A4D0EC}"/>
          </ac:picMkLst>
        </pc:picChg>
      </pc:sldChg>
      <pc:sldChg chg="modSp del">
        <pc:chgData name="Aleksandra Woźniak" userId="S::alwozniak@student.agh.edu.pl::df1369aa-6e6b-4b2d-ac64-5700e4a6cd95" providerId="AD" clId="Web-{C4FA37CA-84EE-EAFD-DFC3-1720148EA83A}" dt="2026-01-14T19:46:32.231" v="443"/>
        <pc:sldMkLst>
          <pc:docMk/>
          <pc:sldMk cId="94505936" sldId="257"/>
        </pc:sldMkLst>
        <pc:picChg chg="mod">
          <ac:chgData name="Aleksandra Woźniak" userId="S::alwozniak@student.agh.edu.pl::df1369aa-6e6b-4b2d-ac64-5700e4a6cd95" providerId="AD" clId="Web-{C4FA37CA-84EE-EAFD-DFC3-1720148EA83A}" dt="2026-01-14T19:19:35.218" v="108" actId="1076"/>
          <ac:picMkLst>
            <pc:docMk/>
            <pc:sldMk cId="94505936" sldId="257"/>
            <ac:picMk id="9" creationId="{C2DECF82-7A2A-472C-3511-35B42258FEE9}"/>
          </ac:picMkLst>
        </pc:picChg>
      </pc:sldChg>
      <pc:sldChg chg="addSp delSp modSp">
        <pc:chgData name="Aleksandra Woźniak" userId="S::alwozniak@student.agh.edu.pl::df1369aa-6e6b-4b2d-ac64-5700e4a6cd95" providerId="AD" clId="Web-{C4FA37CA-84EE-EAFD-DFC3-1720148EA83A}" dt="2026-01-14T21:46:36.334" v="513"/>
        <pc:sldMkLst>
          <pc:docMk/>
          <pc:sldMk cId="631694884" sldId="258"/>
        </pc:sldMkLst>
        <pc:spChg chg="mod">
          <ac:chgData name="Aleksandra Woźniak" userId="S::alwozniak@student.agh.edu.pl::df1369aa-6e6b-4b2d-ac64-5700e4a6cd95" providerId="AD" clId="Web-{C4FA37CA-84EE-EAFD-DFC3-1720148EA83A}" dt="2026-01-14T19:46:44.731" v="447" actId="20577"/>
          <ac:spMkLst>
            <pc:docMk/>
            <pc:sldMk cId="631694884" sldId="258"/>
            <ac:spMk id="4" creationId="{C729BB00-6254-04E2-7EB5-354EC46FDFBF}"/>
          </ac:spMkLst>
        </pc:spChg>
        <pc:spChg chg="add del mod">
          <ac:chgData name="Aleksandra Woźniak" userId="S::alwozniak@student.agh.edu.pl::df1369aa-6e6b-4b2d-ac64-5700e4a6cd95" providerId="AD" clId="Web-{C4FA37CA-84EE-EAFD-DFC3-1720148EA83A}" dt="2026-01-14T21:46:36.334" v="513"/>
          <ac:spMkLst>
            <pc:docMk/>
            <pc:sldMk cId="631694884" sldId="258"/>
            <ac:spMk id="5" creationId="{08D8D66C-67B9-B811-2769-DDD841A11020}"/>
          </ac:spMkLst>
        </pc:spChg>
        <pc:picChg chg="del mod">
          <ac:chgData name="Aleksandra Woźniak" userId="S::alwozniak@student.agh.edu.pl::df1369aa-6e6b-4b2d-ac64-5700e4a6cd95" providerId="AD" clId="Web-{C4FA37CA-84EE-EAFD-DFC3-1720148EA83A}" dt="2026-01-14T21:46:34.849" v="512"/>
          <ac:picMkLst>
            <pc:docMk/>
            <pc:sldMk cId="631694884" sldId="258"/>
            <ac:picMk id="6" creationId="{8B6D7048-775B-2DA2-D506-FFCF9AC54DCA}"/>
          </ac:picMkLst>
        </pc:picChg>
        <pc:picChg chg="add mod ord">
          <ac:chgData name="Aleksandra Woźniak" userId="S::alwozniak@student.agh.edu.pl::df1369aa-6e6b-4b2d-ac64-5700e4a6cd95" providerId="AD" clId="Web-{C4FA37CA-84EE-EAFD-DFC3-1720148EA83A}" dt="2026-01-14T21:46:36.334" v="513"/>
          <ac:picMkLst>
            <pc:docMk/>
            <pc:sldMk cId="631694884" sldId="258"/>
            <ac:picMk id="7" creationId="{CF27E096-E82A-3992-61EC-316FE6C2E779}"/>
          </ac:picMkLst>
        </pc:picChg>
      </pc:sldChg>
      <pc:sldChg chg="addSp delSp modSp">
        <pc:chgData name="Aleksandra Woźniak" userId="S::alwozniak@student.agh.edu.pl::df1369aa-6e6b-4b2d-ac64-5700e4a6cd95" providerId="AD" clId="Web-{C4FA37CA-84EE-EAFD-DFC3-1720148EA83A}" dt="2026-01-14T21:47:06.866" v="517" actId="14100"/>
        <pc:sldMkLst>
          <pc:docMk/>
          <pc:sldMk cId="1657644650" sldId="259"/>
        </pc:sldMkLst>
        <pc:picChg chg="add mod">
          <ac:chgData name="Aleksandra Woźniak" userId="S::alwozniak@student.agh.edu.pl::df1369aa-6e6b-4b2d-ac64-5700e4a6cd95" providerId="AD" clId="Web-{C4FA37CA-84EE-EAFD-DFC3-1720148EA83A}" dt="2026-01-14T21:47:06.866" v="517" actId="14100"/>
          <ac:picMkLst>
            <pc:docMk/>
            <pc:sldMk cId="1657644650" sldId="259"/>
            <ac:picMk id="3" creationId="{AC918DCA-F212-9319-0E65-BE2DA58D4F22}"/>
          </ac:picMkLst>
        </pc:picChg>
        <pc:picChg chg="del">
          <ac:chgData name="Aleksandra Woźniak" userId="S::alwozniak@student.agh.edu.pl::df1369aa-6e6b-4b2d-ac64-5700e4a6cd95" providerId="AD" clId="Web-{C4FA37CA-84EE-EAFD-DFC3-1720148EA83A}" dt="2026-01-14T21:47:02.819" v="514"/>
          <ac:picMkLst>
            <pc:docMk/>
            <pc:sldMk cId="1657644650" sldId="259"/>
            <ac:picMk id="10" creationId="{1864B4C3-3FB9-7BC3-AF23-F210D43B68F7}"/>
          </ac:picMkLst>
        </pc:picChg>
      </pc:sldChg>
      <pc:sldChg chg="addSp delSp modSp">
        <pc:chgData name="Aleksandra Woźniak" userId="S::alwozniak@student.agh.edu.pl::df1369aa-6e6b-4b2d-ac64-5700e4a6cd95" providerId="AD" clId="Web-{C4FA37CA-84EE-EAFD-DFC3-1720148EA83A}" dt="2026-01-14T21:48:02.757" v="531" actId="1076"/>
        <pc:sldMkLst>
          <pc:docMk/>
          <pc:sldMk cId="1811175622" sldId="261"/>
        </pc:sldMkLst>
        <pc:spChg chg="mod">
          <ac:chgData name="Aleksandra Woźniak" userId="S::alwozniak@student.agh.edu.pl::df1369aa-6e6b-4b2d-ac64-5700e4a6cd95" providerId="AD" clId="Web-{C4FA37CA-84EE-EAFD-DFC3-1720148EA83A}" dt="2026-01-14T19:15:39.266" v="100" actId="20577"/>
          <ac:spMkLst>
            <pc:docMk/>
            <pc:sldMk cId="1811175622" sldId="261"/>
            <ac:spMk id="3" creationId="{FA5FFFFB-E5CA-294B-E083-877AF6D6E820}"/>
          </ac:spMkLst>
        </pc:spChg>
        <pc:spChg chg="mod">
          <ac:chgData name="Aleksandra Woźniak" userId="S::alwozniak@student.agh.edu.pl::df1369aa-6e6b-4b2d-ac64-5700e4a6cd95" providerId="AD" clId="Web-{C4FA37CA-84EE-EAFD-DFC3-1720148EA83A}" dt="2026-01-14T19:14:37.641" v="91" actId="20577"/>
          <ac:spMkLst>
            <pc:docMk/>
            <pc:sldMk cId="1811175622" sldId="261"/>
            <ac:spMk id="4" creationId="{2228329A-1940-807C-AC54-E4ECF7D9EABB}"/>
          </ac:spMkLst>
        </pc:spChg>
        <pc:picChg chg="add mod">
          <ac:chgData name="Aleksandra Woźniak" userId="S::alwozniak@student.agh.edu.pl::df1369aa-6e6b-4b2d-ac64-5700e4a6cd95" providerId="AD" clId="Web-{C4FA37CA-84EE-EAFD-DFC3-1720148EA83A}" dt="2026-01-14T21:47:30.179" v="522" actId="1076"/>
          <ac:picMkLst>
            <pc:docMk/>
            <pc:sldMk cId="1811175622" sldId="261"/>
            <ac:picMk id="5" creationId="{4614402D-FDC4-1624-8F8F-085DD42EF7B3}"/>
          </ac:picMkLst>
        </pc:picChg>
        <pc:picChg chg="del mod">
          <ac:chgData name="Aleksandra Woźniak" userId="S::alwozniak@student.agh.edu.pl::df1369aa-6e6b-4b2d-ac64-5700e4a6cd95" providerId="AD" clId="Web-{C4FA37CA-84EE-EAFD-DFC3-1720148EA83A}" dt="2026-01-14T21:47:13.428" v="518"/>
          <ac:picMkLst>
            <pc:docMk/>
            <pc:sldMk cId="1811175622" sldId="261"/>
            <ac:picMk id="6" creationId="{82F3BE3B-D261-F691-6168-64CC75B7CC78}"/>
          </ac:picMkLst>
        </pc:picChg>
        <pc:picChg chg="add mod">
          <ac:chgData name="Aleksandra Woźniak" userId="S::alwozniak@student.agh.edu.pl::df1369aa-6e6b-4b2d-ac64-5700e4a6cd95" providerId="AD" clId="Web-{C4FA37CA-84EE-EAFD-DFC3-1720148EA83A}" dt="2026-01-14T21:47:49.023" v="528" actId="1076"/>
          <ac:picMkLst>
            <pc:docMk/>
            <pc:sldMk cId="1811175622" sldId="261"/>
            <ac:picMk id="7" creationId="{66499F99-3064-0259-3083-1CFB8EDD4FCE}"/>
          </ac:picMkLst>
        </pc:picChg>
        <pc:picChg chg="del mod">
          <ac:chgData name="Aleksandra Woźniak" userId="S::alwozniak@student.agh.edu.pl::df1369aa-6e6b-4b2d-ac64-5700e4a6cd95" providerId="AD" clId="Web-{C4FA37CA-84EE-EAFD-DFC3-1720148EA83A}" dt="2026-01-14T21:47:50.835" v="529"/>
          <ac:picMkLst>
            <pc:docMk/>
            <pc:sldMk cId="1811175622" sldId="261"/>
            <ac:picMk id="8" creationId="{3CFB0ABE-32CE-19CE-A04E-C2F168267CF9}"/>
          </ac:picMkLst>
        </pc:picChg>
        <pc:picChg chg="add mod">
          <ac:chgData name="Aleksandra Woźniak" userId="S::alwozniak@student.agh.edu.pl::df1369aa-6e6b-4b2d-ac64-5700e4a6cd95" providerId="AD" clId="Web-{C4FA37CA-84EE-EAFD-DFC3-1720148EA83A}" dt="2026-01-14T21:48:02.757" v="531" actId="1076"/>
          <ac:picMkLst>
            <pc:docMk/>
            <pc:sldMk cId="1811175622" sldId="261"/>
            <ac:picMk id="9" creationId="{156D08EF-3FDD-1BC3-5163-583EC293666D}"/>
          </ac:picMkLst>
        </pc:picChg>
        <pc:picChg chg="del mod">
          <ac:chgData name="Aleksandra Woźniak" userId="S::alwozniak@student.agh.edu.pl::df1369aa-6e6b-4b2d-ac64-5700e4a6cd95" providerId="AD" clId="Web-{C4FA37CA-84EE-EAFD-DFC3-1720148EA83A}" dt="2026-01-14T21:47:41.819" v="523"/>
          <ac:picMkLst>
            <pc:docMk/>
            <pc:sldMk cId="1811175622" sldId="261"/>
            <ac:picMk id="10" creationId="{E5BAF3F1-0725-1553-C5C9-69AD80928546}"/>
          </ac:picMkLst>
        </pc:picChg>
      </pc:sldChg>
      <pc:sldChg chg="addSp delSp modSp">
        <pc:chgData name="Aleksandra Woźniak" userId="S::alwozniak@student.agh.edu.pl::df1369aa-6e6b-4b2d-ac64-5700e4a6cd95" providerId="AD" clId="Web-{C4FA37CA-84EE-EAFD-DFC3-1720148EA83A}" dt="2026-01-14T21:51:32.808" v="554" actId="1076"/>
        <pc:sldMkLst>
          <pc:docMk/>
          <pc:sldMk cId="492078286" sldId="262"/>
        </pc:sldMkLst>
        <pc:spChg chg="del">
          <ac:chgData name="Aleksandra Woźniak" userId="S::alwozniak@student.agh.edu.pl::df1369aa-6e6b-4b2d-ac64-5700e4a6cd95" providerId="AD" clId="Web-{C4FA37CA-84EE-EAFD-DFC3-1720148EA83A}" dt="2026-01-14T21:51:28.824" v="552"/>
          <ac:spMkLst>
            <pc:docMk/>
            <pc:sldMk cId="492078286" sldId="262"/>
            <ac:spMk id="3" creationId="{EE95BDB5-0D65-E7C2-683A-8B6272ADA558}"/>
          </ac:spMkLst>
        </pc:spChg>
        <pc:picChg chg="add mod ord">
          <ac:chgData name="Aleksandra Woźniak" userId="S::alwozniak@student.agh.edu.pl::df1369aa-6e6b-4b2d-ac64-5700e4a6cd95" providerId="AD" clId="Web-{C4FA37CA-84EE-EAFD-DFC3-1720148EA83A}" dt="2026-01-14T21:51:32.808" v="554" actId="1076"/>
          <ac:picMkLst>
            <pc:docMk/>
            <pc:sldMk cId="492078286" sldId="262"/>
            <ac:picMk id="5" creationId="{70618326-EA8D-48B8-6EC3-A2098CF37E89}"/>
          </ac:picMkLst>
        </pc:picChg>
        <pc:picChg chg="del">
          <ac:chgData name="Aleksandra Woźniak" userId="S::alwozniak@student.agh.edu.pl::df1369aa-6e6b-4b2d-ac64-5700e4a6cd95" providerId="AD" clId="Web-{C4FA37CA-84EE-EAFD-DFC3-1720148EA83A}" dt="2026-01-14T21:51:27.667" v="551"/>
          <ac:picMkLst>
            <pc:docMk/>
            <pc:sldMk cId="492078286" sldId="262"/>
            <ac:picMk id="7" creationId="{5C7FF2FB-E95F-7D23-C56A-B49370EDFBA9}"/>
          </ac:picMkLst>
        </pc:picChg>
      </pc:sldChg>
      <pc:sldChg chg="del">
        <pc:chgData name="Aleksandra Woźniak" userId="S::alwozniak@student.agh.edu.pl::df1369aa-6e6b-4b2d-ac64-5700e4a6cd95" providerId="AD" clId="Web-{C4FA37CA-84EE-EAFD-DFC3-1720148EA83A}" dt="2026-01-14T19:52:09.401" v="502"/>
        <pc:sldMkLst>
          <pc:docMk/>
          <pc:sldMk cId="2667880110" sldId="263"/>
        </pc:sldMkLst>
      </pc:sldChg>
      <pc:sldChg chg="modSp">
        <pc:chgData name="Aleksandra Woźniak" userId="S::alwozniak@student.agh.edu.pl::df1369aa-6e6b-4b2d-ac64-5700e4a6cd95" providerId="AD" clId="Web-{C4FA37CA-84EE-EAFD-DFC3-1720148EA83A}" dt="2026-01-14T19:46:20.872" v="442" actId="20577"/>
        <pc:sldMkLst>
          <pc:docMk/>
          <pc:sldMk cId="504375927" sldId="264"/>
        </pc:sldMkLst>
        <pc:spChg chg="mod">
          <ac:chgData name="Aleksandra Woźniak" userId="S::alwozniak@student.agh.edu.pl::df1369aa-6e6b-4b2d-ac64-5700e4a6cd95" providerId="AD" clId="Web-{C4FA37CA-84EE-EAFD-DFC3-1720148EA83A}" dt="2026-01-14T19:46:20.872" v="442" actId="20577"/>
          <ac:spMkLst>
            <pc:docMk/>
            <pc:sldMk cId="504375927" sldId="264"/>
            <ac:spMk id="3" creationId="{60FA6247-ACFD-8C59-8DFA-50D0EEF5BCF9}"/>
          </ac:spMkLst>
        </pc:spChg>
      </pc:sldChg>
      <pc:sldChg chg="modSp">
        <pc:chgData name="Aleksandra Woźniak" userId="S::alwozniak@student.agh.edu.pl::df1369aa-6e6b-4b2d-ac64-5700e4a6cd95" providerId="AD" clId="Web-{C4FA37CA-84EE-EAFD-DFC3-1720148EA83A}" dt="2026-01-14T22:01:58.467" v="798" actId="20577"/>
        <pc:sldMkLst>
          <pc:docMk/>
          <pc:sldMk cId="241131844" sldId="265"/>
        </pc:sldMkLst>
        <pc:spChg chg="mod">
          <ac:chgData name="Aleksandra Woźniak" userId="S::alwozniak@student.agh.edu.pl::df1369aa-6e6b-4b2d-ac64-5700e4a6cd95" providerId="AD" clId="Web-{C4FA37CA-84EE-EAFD-DFC3-1720148EA83A}" dt="2026-01-14T22:01:58.467" v="798" actId="20577"/>
          <ac:spMkLst>
            <pc:docMk/>
            <pc:sldMk cId="241131844" sldId="265"/>
            <ac:spMk id="3" creationId="{6CDFAF3E-EEEC-ED67-0335-E4912D6CED33}"/>
          </ac:spMkLst>
        </pc:spChg>
      </pc:sldChg>
      <pc:sldChg chg="addSp delSp modSp">
        <pc:chgData name="Aleksandra Woźniak" userId="S::alwozniak@student.agh.edu.pl::df1369aa-6e6b-4b2d-ac64-5700e4a6cd95" providerId="AD" clId="Web-{C4FA37CA-84EE-EAFD-DFC3-1720148EA83A}" dt="2026-01-14T21:49:47.165" v="536" actId="1076"/>
        <pc:sldMkLst>
          <pc:docMk/>
          <pc:sldMk cId="1598103354" sldId="266"/>
        </pc:sldMkLst>
        <pc:spChg chg="mod">
          <ac:chgData name="Aleksandra Woźniak" userId="S::alwozniak@student.agh.edu.pl::df1369aa-6e6b-4b2d-ac64-5700e4a6cd95" providerId="AD" clId="Web-{C4FA37CA-84EE-EAFD-DFC3-1720148EA83A}" dt="2026-01-14T19:20:15.390" v="114" actId="1076"/>
          <ac:spMkLst>
            <pc:docMk/>
            <pc:sldMk cId="1598103354" sldId="266"/>
            <ac:spMk id="4" creationId="{53F29523-FEE6-A237-055D-4DC689B2FAFD}"/>
          </ac:spMkLst>
        </pc:spChg>
        <pc:picChg chg="add mod">
          <ac:chgData name="Aleksandra Woźniak" userId="S::alwozniak@student.agh.edu.pl::df1369aa-6e6b-4b2d-ac64-5700e4a6cd95" providerId="AD" clId="Web-{C4FA37CA-84EE-EAFD-DFC3-1720148EA83A}" dt="2026-01-14T21:49:47.165" v="536" actId="1076"/>
          <ac:picMkLst>
            <pc:docMk/>
            <pc:sldMk cId="1598103354" sldId="266"/>
            <ac:picMk id="3" creationId="{C80FBE54-9AD2-EFB6-FB62-4DC1574A00A1}"/>
          </ac:picMkLst>
        </pc:picChg>
        <pc:picChg chg="del">
          <ac:chgData name="Aleksandra Woźniak" userId="S::alwozniak@student.agh.edu.pl::df1369aa-6e6b-4b2d-ac64-5700e4a6cd95" providerId="AD" clId="Web-{C4FA37CA-84EE-EAFD-DFC3-1720148EA83A}" dt="2026-01-14T21:48:11.586" v="532"/>
          <ac:picMkLst>
            <pc:docMk/>
            <pc:sldMk cId="1598103354" sldId="266"/>
            <ac:picMk id="6" creationId="{EB6F4D7A-5D42-86E4-47A6-6F47AE7CCB07}"/>
          </ac:picMkLst>
        </pc:picChg>
      </pc:sldChg>
      <pc:sldChg chg="addSp delSp modSp">
        <pc:chgData name="Aleksandra Woźniak" userId="S::alwozniak@student.agh.edu.pl::df1369aa-6e6b-4b2d-ac64-5700e4a6cd95" providerId="AD" clId="Web-{C4FA37CA-84EE-EAFD-DFC3-1720148EA83A}" dt="2026-01-14T21:55:15.956" v="646" actId="1076"/>
        <pc:sldMkLst>
          <pc:docMk/>
          <pc:sldMk cId="692783196" sldId="267"/>
        </pc:sldMkLst>
        <pc:spChg chg="mod">
          <ac:chgData name="Aleksandra Woźniak" userId="S::alwozniak@student.agh.edu.pl::df1369aa-6e6b-4b2d-ac64-5700e4a6cd95" providerId="AD" clId="Web-{C4FA37CA-84EE-EAFD-DFC3-1720148EA83A}" dt="2026-01-14T21:55:13.440" v="644" actId="20577"/>
          <ac:spMkLst>
            <pc:docMk/>
            <pc:sldMk cId="692783196" sldId="267"/>
            <ac:spMk id="3" creationId="{8FBE5997-B366-E3A0-F762-618887BCEDA4}"/>
          </ac:spMkLst>
        </pc:spChg>
        <pc:picChg chg="add del mod">
          <ac:chgData name="Aleksandra Woźniak" userId="S::alwozniak@student.agh.edu.pl::df1369aa-6e6b-4b2d-ac64-5700e4a6cd95" providerId="AD" clId="Web-{C4FA37CA-84EE-EAFD-DFC3-1720148EA83A}" dt="2026-01-14T21:52:20.482" v="569"/>
          <ac:picMkLst>
            <pc:docMk/>
            <pc:sldMk cId="692783196" sldId="267"/>
            <ac:picMk id="5" creationId="{DB6C28EA-5DFF-9BEE-CF50-8216A023A8A1}"/>
          </ac:picMkLst>
        </pc:picChg>
        <pc:picChg chg="add mod">
          <ac:chgData name="Aleksandra Woźniak" userId="S::alwozniak@student.agh.edu.pl::df1369aa-6e6b-4b2d-ac64-5700e4a6cd95" providerId="AD" clId="Web-{C4FA37CA-84EE-EAFD-DFC3-1720148EA83A}" dt="2026-01-14T21:55:14.518" v="645" actId="1076"/>
          <ac:picMkLst>
            <pc:docMk/>
            <pc:sldMk cId="692783196" sldId="267"/>
            <ac:picMk id="7" creationId="{290116C2-8C2E-193B-6DB8-149F679EBB17}"/>
          </ac:picMkLst>
        </pc:picChg>
        <pc:picChg chg="del">
          <ac:chgData name="Aleksandra Woźniak" userId="S::alwozniak@student.agh.edu.pl::df1369aa-6e6b-4b2d-ac64-5700e4a6cd95" providerId="AD" clId="Web-{C4FA37CA-84EE-EAFD-DFC3-1720148EA83A}" dt="2026-01-14T21:52:04.294" v="558"/>
          <ac:picMkLst>
            <pc:docMk/>
            <pc:sldMk cId="692783196" sldId="267"/>
            <ac:picMk id="8" creationId="{C2903D09-EE53-7FFA-E326-4E017B213820}"/>
          </ac:picMkLst>
        </pc:picChg>
        <pc:picChg chg="mod">
          <ac:chgData name="Aleksandra Woźniak" userId="S::alwozniak@student.agh.edu.pl::df1369aa-6e6b-4b2d-ac64-5700e4a6cd95" providerId="AD" clId="Web-{C4FA37CA-84EE-EAFD-DFC3-1720148EA83A}" dt="2026-01-14T21:55:15.956" v="646" actId="1076"/>
          <ac:picMkLst>
            <pc:docMk/>
            <pc:sldMk cId="692783196" sldId="267"/>
            <ac:picMk id="10" creationId="{52AEF3B3-9209-AF78-451B-8236B1C6EDB1}"/>
          </ac:picMkLst>
        </pc:picChg>
      </pc:sldChg>
      <pc:sldChg chg="modSp">
        <pc:chgData name="Aleksandra Woźniak" userId="S::alwozniak@student.agh.edu.pl::df1369aa-6e6b-4b2d-ac64-5700e4a6cd95" providerId="AD" clId="Web-{C4FA37CA-84EE-EAFD-DFC3-1720148EA83A}" dt="2026-01-14T19:47:13.762" v="448" actId="20577"/>
        <pc:sldMkLst>
          <pc:docMk/>
          <pc:sldMk cId="3126766389" sldId="268"/>
        </pc:sldMkLst>
        <pc:spChg chg="mod">
          <ac:chgData name="Aleksandra Woźniak" userId="S::alwozniak@student.agh.edu.pl::df1369aa-6e6b-4b2d-ac64-5700e4a6cd95" providerId="AD" clId="Web-{C4FA37CA-84EE-EAFD-DFC3-1720148EA83A}" dt="2026-01-14T19:47:13.762" v="448" actId="20577"/>
          <ac:spMkLst>
            <pc:docMk/>
            <pc:sldMk cId="3126766389" sldId="268"/>
            <ac:spMk id="3" creationId="{B821F8F3-925C-2D48-052A-F269028535DE}"/>
          </ac:spMkLst>
        </pc:spChg>
      </pc:sldChg>
      <pc:sldChg chg="delSp modSp add ord replId">
        <pc:chgData name="Aleksandra Woźniak" userId="S::alwozniak@student.agh.edu.pl::df1369aa-6e6b-4b2d-ac64-5700e4a6cd95" providerId="AD" clId="Web-{C4FA37CA-84EE-EAFD-DFC3-1720148EA83A}" dt="2026-01-14T19:51:49.886" v="501" actId="1076"/>
        <pc:sldMkLst>
          <pc:docMk/>
          <pc:sldMk cId="3931908629" sldId="270"/>
        </pc:sldMkLst>
        <pc:spChg chg="mod">
          <ac:chgData name="Aleksandra Woźniak" userId="S::alwozniak@student.agh.edu.pl::df1369aa-6e6b-4b2d-ac64-5700e4a6cd95" providerId="AD" clId="Web-{C4FA37CA-84EE-EAFD-DFC3-1720148EA83A}" dt="2026-01-14T19:51:49.886" v="501" actId="1076"/>
          <ac:spMkLst>
            <pc:docMk/>
            <pc:sldMk cId="3931908629" sldId="270"/>
            <ac:spMk id="2" creationId="{21EECF8A-FBAB-5CE8-A9AB-CA52C6DAAC6D}"/>
          </ac:spMkLst>
        </pc:spChg>
        <pc:spChg chg="del mod">
          <ac:chgData name="Aleksandra Woźniak" userId="S::alwozniak@student.agh.edu.pl::df1369aa-6e6b-4b2d-ac64-5700e4a6cd95" providerId="AD" clId="Web-{C4FA37CA-84EE-EAFD-DFC3-1720148EA83A}" dt="2026-01-14T19:51:41.401" v="500"/>
          <ac:spMkLst>
            <pc:docMk/>
            <pc:sldMk cId="3931908629" sldId="270"/>
            <ac:spMk id="3" creationId="{83EC79B3-B787-020E-8862-4E8534840D78}"/>
          </ac:spMkLst>
        </pc:spChg>
        <pc:spChg chg="del mod">
          <ac:chgData name="Aleksandra Woźniak" userId="S::alwozniak@student.agh.edu.pl::df1369aa-6e6b-4b2d-ac64-5700e4a6cd95" providerId="AD" clId="Web-{C4FA37CA-84EE-EAFD-DFC3-1720148EA83A}" dt="2026-01-14T19:51:09.480" v="494"/>
          <ac:spMkLst>
            <pc:docMk/>
            <pc:sldMk cId="3931908629" sldId="270"/>
            <ac:spMk id="4" creationId="{BBBCF367-73CD-A70A-349F-215A427803BA}"/>
          </ac:spMkLst>
        </pc:spChg>
      </pc:sldChg>
      <pc:sldChg chg="addSp modSp add ord replId">
        <pc:chgData name="Aleksandra Woźniak" userId="S::alwozniak@student.agh.edu.pl::df1369aa-6e6b-4b2d-ac64-5700e4a6cd95" providerId="AD" clId="Web-{C4FA37CA-84EE-EAFD-DFC3-1720148EA83A}" dt="2026-01-14T21:58:15.693" v="672" actId="1076"/>
        <pc:sldMkLst>
          <pc:docMk/>
          <pc:sldMk cId="2088117190" sldId="271"/>
        </pc:sldMkLst>
        <pc:spChg chg="mod">
          <ac:chgData name="Aleksandra Woźniak" userId="S::alwozniak@student.agh.edu.pl::df1369aa-6e6b-4b2d-ac64-5700e4a6cd95" providerId="AD" clId="Web-{C4FA37CA-84EE-EAFD-DFC3-1720148EA83A}" dt="2026-01-14T19:52:47.839" v="511" actId="14100"/>
          <ac:spMkLst>
            <pc:docMk/>
            <pc:sldMk cId="2088117190" sldId="271"/>
            <ac:spMk id="2" creationId="{35BA8A0E-33BF-5619-5D49-0AF9E7EED3E4}"/>
          </ac:spMkLst>
        </pc:spChg>
        <pc:picChg chg="add mod">
          <ac:chgData name="Aleksandra Woźniak" userId="S::alwozniak@student.agh.edu.pl::df1369aa-6e6b-4b2d-ac64-5700e4a6cd95" providerId="AD" clId="Web-{C4FA37CA-84EE-EAFD-DFC3-1720148EA83A}" dt="2026-01-14T21:56:41.082" v="656"/>
          <ac:picMkLst>
            <pc:docMk/>
            <pc:sldMk cId="2088117190" sldId="271"/>
            <ac:picMk id="3" creationId="{BA1A2A74-82C9-DC9F-04AF-5AA860B6C6B5}"/>
          </ac:picMkLst>
        </pc:picChg>
        <pc:picChg chg="add mod">
          <ac:chgData name="Aleksandra Woźniak" userId="S::alwozniak@student.agh.edu.pl::df1369aa-6e6b-4b2d-ac64-5700e4a6cd95" providerId="AD" clId="Web-{C4FA37CA-84EE-EAFD-DFC3-1720148EA83A}" dt="2026-01-14T21:57:09.395" v="664" actId="1076"/>
          <ac:picMkLst>
            <pc:docMk/>
            <pc:sldMk cId="2088117190" sldId="271"/>
            <ac:picMk id="4" creationId="{0C7E4F31-AA54-6234-B9A2-0243BDA3A426}"/>
          </ac:picMkLst>
        </pc:picChg>
        <pc:picChg chg="add mod">
          <ac:chgData name="Aleksandra Woźniak" userId="S::alwozniak@student.agh.edu.pl::df1369aa-6e6b-4b2d-ac64-5700e4a6cd95" providerId="AD" clId="Web-{C4FA37CA-84EE-EAFD-DFC3-1720148EA83A}" dt="2026-01-14T21:58:15.693" v="672" actId="1076"/>
          <ac:picMkLst>
            <pc:docMk/>
            <pc:sldMk cId="2088117190" sldId="271"/>
            <ac:picMk id="5" creationId="{5161A89D-5997-D1CC-CCBF-203597A7812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51561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9571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3937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5582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06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64545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1726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46040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l-P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17576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97201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26883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0DFD40C3-5B1D-4EDE-A3DB-88E6EB44D6EE}" type="datetimeFigureOut">
              <a:rPr lang="pl-PL" smtClean="0"/>
              <a:t>14.01.2026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C0D3736-6C6A-48DF-B313-539D31DB41F3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4289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C1B693E-4A1F-6FED-96AE-C3A4EAAC17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Indiana Snake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371D6A9-1F76-ADEF-6A45-8594D18F3E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9846" y="4113845"/>
            <a:ext cx="11612309" cy="126743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l-PL" sz="3200">
                <a:latin typeface="Consolas"/>
              </a:rPr>
              <a:t>Aleksandra Woźniak, Justyna Sielska, Marta Lipień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C08B13C1-73B8-4665-84E4-9ECC7ADABF20}"/>
              </a:ext>
            </a:extLst>
          </p:cNvPr>
          <p:cNvSpPr txBox="1"/>
          <p:nvPr/>
        </p:nvSpPr>
        <p:spPr>
          <a:xfrm>
            <a:off x="3709012" y="1813192"/>
            <a:ext cx="477397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l-PL" sz="2400" b="1">
                <a:latin typeface="Consolas"/>
              </a:rPr>
              <a:t>Podstawy Informatyki</a:t>
            </a:r>
          </a:p>
        </p:txBody>
      </p:sp>
    </p:spTree>
    <p:extLst>
      <p:ext uri="{BB962C8B-B14F-4D97-AF65-F5344CB8AC3E}">
        <p14:creationId xmlns:p14="http://schemas.microsoft.com/office/powerpoint/2010/main" val="384157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DF5278F-850D-6FD6-E3E8-9671F337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11975"/>
            <a:ext cx="7960268" cy="1188720"/>
          </a:xfrm>
        </p:spPr>
        <p:txBody>
          <a:bodyPr/>
          <a:lstStyle/>
          <a:p>
            <a:r>
              <a:rPr lang="pl-PL"/>
              <a:t>Indiana </a:t>
            </a:r>
            <a:r>
              <a:rPr lang="pl-PL" err="1"/>
              <a:t>snake</a:t>
            </a:r>
            <a:r>
              <a:rPr lang="pl-PL"/>
              <a:t> w pigułce 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0FA6247-ACFD-8C59-8DFA-50D0EEF5B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341" y="1645920"/>
            <a:ext cx="11201062" cy="48280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>
              <a:buFont typeface="Wingdings" panose="020B0604020202020204" pitchFamily="34" charset="0"/>
              <a:buChar char="Ø"/>
            </a:pPr>
            <a:r>
              <a:rPr lang="pl-PL" sz="2000" dirty="0"/>
              <a:t>Zamiast standardowych owoców, gracz poluje na rozmaite </a:t>
            </a:r>
            <a:r>
              <a:rPr lang="pl-PL" sz="2000" b="1" dirty="0"/>
              <a:t>artefakty, </a:t>
            </a:r>
            <a:r>
              <a:rPr lang="pl-PL" sz="2000" dirty="0"/>
              <a:t>o pięciu różnych teksturach. Każdy zebrany przedmiot dodaje 1 punkt do wyniku, ale sprawia też, że Indiana Snake wydłuża się o 2 segmenty. Przez to z każdym ruchem robi się coraz ciaśniej i trudniej. </a:t>
            </a:r>
          </a:p>
          <a:p>
            <a:pPr fontAlgn="base">
              <a:buFont typeface="Wingdings" panose="020B0604020202020204" pitchFamily="34" charset="0"/>
              <a:buChar char="Ø"/>
            </a:pPr>
            <a:r>
              <a:rPr lang="pl-PL" sz="2000" dirty="0"/>
              <a:t>Gra kończy się w momencie uderzenia w ścianę lub gdy wąż </a:t>
            </a:r>
            <a:r>
              <a:rPr lang="pl-PL" sz="2000" err="1"/>
              <a:t>zaplącze</a:t>
            </a:r>
            <a:r>
              <a:rPr lang="pl-PL" sz="2000" dirty="0"/>
              <a:t> się we własny ogon. Wymaga to od gracza planowania trasy z wyprzedzeniem, zwłaszcza, że artefakty nie zawsze pojawiają się w wygodnych miejscach.</a:t>
            </a:r>
          </a:p>
          <a:p>
            <a:pPr fontAlgn="base">
              <a:buFont typeface="Wingdings" panose="020B0604020202020204" pitchFamily="34" charset="0"/>
              <a:buChar char="Ø"/>
            </a:pPr>
            <a:r>
              <a:rPr lang="pl-PL" sz="2000" dirty="0"/>
              <a:t>W grze poruszamy się strzałkami. Odpowiednie fragmenty kodu </a:t>
            </a:r>
            <a:r>
              <a:rPr lang="pl-PL" sz="2000" err="1"/>
              <a:t>chronia</a:t>
            </a:r>
            <a:r>
              <a:rPr lang="pl-PL" sz="2000" dirty="0"/>
              <a:t> użytkownika przed "cofnięciem się w ciało" </a:t>
            </a:r>
            <a:r>
              <a:rPr lang="pl-PL" sz="2000" err="1"/>
              <a:t>snake'a</a:t>
            </a:r>
            <a:r>
              <a:rPr lang="pl-PL" sz="2000" dirty="0"/>
              <a:t>.</a:t>
            </a:r>
          </a:p>
          <a:p>
            <a:pPr fontAlgn="base">
              <a:buFont typeface="Wingdings" panose="020B0604020202020204" pitchFamily="34" charset="0"/>
              <a:buChar char="Ø"/>
            </a:pPr>
            <a:r>
              <a:rPr lang="pl-PL" sz="2000" dirty="0"/>
              <a:t>Gra posiada licznik punktów, który widać w rogu ekranu przez całą grę, który na </a:t>
            </a:r>
            <a:r>
              <a:rPr lang="pl-PL" sz="2000" err="1"/>
              <a:t>bierząco</a:t>
            </a:r>
            <a:r>
              <a:rPr lang="pl-PL" sz="2000" dirty="0"/>
              <a:t> się aktualizuje.</a:t>
            </a:r>
          </a:p>
          <a:p>
            <a:pPr fontAlgn="base">
              <a:buFont typeface="Wingdings" panose="020B0604020202020204" pitchFamily="34" charset="0"/>
              <a:buChar char="Ø"/>
            </a:pPr>
            <a:r>
              <a:rPr lang="pl-PL" sz="2000" dirty="0"/>
              <a:t>Po przegranej nie musisz resetować całej gry.  W menu możesz wybrać opcję </a:t>
            </a:r>
            <a:r>
              <a:rPr lang="pl-PL" sz="2000" err="1"/>
              <a:t>restaru</a:t>
            </a:r>
            <a:r>
              <a:rPr lang="pl-PL" sz="2000" dirty="0"/>
              <a:t> lub wpisać się do </a:t>
            </a:r>
            <a:r>
              <a:rPr lang="pl-PL" sz="2000" err="1"/>
              <a:t>leaderboardu</a:t>
            </a:r>
            <a:r>
              <a:rPr lang="pl-PL" sz="2000" dirty="0"/>
              <a:t>. Możesz też wyjść do menu.</a:t>
            </a:r>
          </a:p>
          <a:p>
            <a:pPr>
              <a:buFont typeface="Wingdings" panose="020B0604020202020204" pitchFamily="34" charset="0"/>
              <a:buChar char="Ø"/>
            </a:pP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04375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AE82D5-A2B7-2732-A98B-3473E19AE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329428"/>
            <a:ext cx="4486656" cy="1141497"/>
          </a:xfrm>
        </p:spPr>
        <p:txBody>
          <a:bodyPr/>
          <a:lstStyle/>
          <a:p>
            <a:r>
              <a:rPr lang="pl-PL"/>
              <a:t>Generowanie artefaktów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C729BB00-6254-04E2-7EB5-354EC46FDF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5568" y="3127963"/>
            <a:ext cx="3794760" cy="2194036"/>
          </a:xfrm>
        </p:spPr>
        <p:txBody>
          <a:bodyPr>
            <a:normAutofit/>
          </a:bodyPr>
          <a:lstStyle/>
          <a:p>
            <a:r>
              <a:rPr lang="pl-PL" sz="1800" dirty="0"/>
              <a:t>Tworzy losowe artefakty na mapie.</a:t>
            </a:r>
          </a:p>
          <a:p>
            <a:r>
              <a:rPr lang="pl-PL" sz="1800" dirty="0"/>
              <a:t>Każdy artefakt ma rozmiar 48x48.</a:t>
            </a:r>
          </a:p>
          <a:p>
            <a:r>
              <a:rPr lang="pl-PL" sz="1800" dirty="0"/>
              <a:t>Funkcja jest wywoływana przy starcie i restarcie gry.</a:t>
            </a:r>
          </a:p>
          <a:p>
            <a:endParaRPr lang="pl-PL" sz="1800"/>
          </a:p>
        </p:txBody>
      </p:sp>
      <p:pic>
        <p:nvPicPr>
          <p:cNvPr id="7" name="Symbol zastępczy zawartości 6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CF27E096-E82A-3992-61EC-316FE6C2E7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6080" y="2270132"/>
            <a:ext cx="4815840" cy="2317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694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63072F-12D1-203D-AAD6-8DD968D81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20" y="543297"/>
            <a:ext cx="4486656" cy="1141497"/>
          </a:xfrm>
        </p:spPr>
        <p:txBody>
          <a:bodyPr/>
          <a:lstStyle/>
          <a:p>
            <a:r>
              <a:rPr lang="pl-PL"/>
              <a:t>Ruch węża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F74DFD2E-55BF-AA9F-3BA2-A0BD0ADFC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602" y="2010543"/>
            <a:ext cx="3986574" cy="4304160"/>
          </a:xfrm>
        </p:spPr>
        <p:txBody>
          <a:bodyPr>
            <a:normAutofit/>
          </a:bodyPr>
          <a:lstStyle/>
          <a:p>
            <a:r>
              <a:rPr lang="pl-PL" sz="2000"/>
              <a:t>Gracz steruje wężem strzałkami</a:t>
            </a:r>
          </a:p>
          <a:p>
            <a:r>
              <a:rPr lang="pl-PL" sz="2000"/>
              <a:t>Program blokuje zawracanie o 180 stopni</a:t>
            </a:r>
          </a:p>
          <a:p>
            <a:r>
              <a:rPr lang="pl-PL" sz="2000"/>
              <a:t>Dzięki temu wąż nie może „wejść w siebie” przez błąd gracza</a:t>
            </a:r>
          </a:p>
          <a:p>
            <a:endParaRPr lang="pl-PL" sz="2000"/>
          </a:p>
          <a:p>
            <a:r>
              <a:rPr lang="pl-PL" sz="2000"/>
              <a:t>Głowa węża przesuwa się o 20 pikseli</a:t>
            </a:r>
          </a:p>
          <a:p>
            <a:r>
              <a:rPr lang="pl-PL" sz="2000"/>
              <a:t>Ruch odbywa się w stałych odległościach więc gra jest płynna</a:t>
            </a:r>
          </a:p>
        </p:txBody>
      </p:sp>
      <p:pic>
        <p:nvPicPr>
          <p:cNvPr id="14" name="Symbol zastępczy zawartości 13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9250D855-7E39-A8CD-C71C-A01F3B8A3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8852" y="460875"/>
            <a:ext cx="6759519" cy="1516353"/>
          </a:xfrm>
          <a:prstGeom prst="rect">
            <a:avLst/>
          </a:prstGeom>
        </p:spPr>
      </p:pic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E626B517-8EBF-5A7D-9BC2-4DA2ED04EF79}"/>
              </a:ext>
            </a:extLst>
          </p:cNvPr>
          <p:cNvCxnSpPr>
            <a:cxnSpLocks/>
          </p:cNvCxnSpPr>
          <p:nvPr/>
        </p:nvCxnSpPr>
        <p:spPr>
          <a:xfrm flipV="1">
            <a:off x="4629176" y="4733365"/>
            <a:ext cx="1274083" cy="406194"/>
          </a:xfrm>
          <a:prstGeom prst="straightConnector1">
            <a:avLst/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Łącznik: łamany 21">
            <a:extLst>
              <a:ext uri="{FF2B5EF4-FFF2-40B4-BE49-F238E27FC236}">
                <a16:creationId xmlns:a16="http://schemas.microsoft.com/office/drawing/2014/main" id="{CB38BFC5-F050-0536-F224-744BBBCA6E3B}"/>
              </a:ext>
            </a:extLst>
          </p:cNvPr>
          <p:cNvCxnSpPr/>
          <p:nvPr/>
        </p:nvCxnSpPr>
        <p:spPr>
          <a:xfrm flipV="1">
            <a:off x="4629176" y="2366682"/>
            <a:ext cx="870671" cy="766483"/>
          </a:xfrm>
          <a:prstGeom prst="bentConnector3">
            <a:avLst>
              <a:gd name="adj1" fmla="val 99422"/>
            </a:avLst>
          </a:prstGeom>
          <a:ln>
            <a:solidFill>
              <a:schemeClr val="accent6">
                <a:lumMod val="40000"/>
                <a:lumOff val="6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Obraz 2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AC918DCA-F212-9319-0E65-BE2DA58D4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746" y="2999113"/>
            <a:ext cx="3705110" cy="2677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4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6BE105-35C1-2821-84D4-8DFEC0F6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80187"/>
            <a:ext cx="4486656" cy="1141497"/>
          </a:xfrm>
        </p:spPr>
        <p:txBody>
          <a:bodyPr/>
          <a:lstStyle/>
          <a:p>
            <a:r>
              <a:rPr lang="pl-PL"/>
              <a:t>Przechowywanie ciała węża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4ADAA14-85A7-CDD6-81BD-C451828DB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/>
              <a:t>Nowa głowa jest dodana na przód </a:t>
            </a:r>
          </a:p>
          <a:p>
            <a:r>
              <a:rPr lang="pl-PL"/>
              <a:t>Ogon jest usuwany tylko jeśli wąż jest za długi</a:t>
            </a:r>
          </a:p>
          <a:p>
            <a:r>
              <a:rPr lang="pl-PL"/>
              <a:t>Wąż rośnie gdy zje artefakt</a:t>
            </a:r>
          </a:p>
          <a:p>
            <a:endParaRPr lang="pl-PL"/>
          </a:p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270AE1B-8012-031A-287E-85A3814F4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0620" y="2835880"/>
            <a:ext cx="3794760" cy="2194036"/>
          </a:xfrm>
        </p:spPr>
        <p:txBody>
          <a:bodyPr>
            <a:normAutofit/>
          </a:bodyPr>
          <a:lstStyle/>
          <a:p>
            <a:r>
              <a:rPr lang="pl-PL" sz="1800" err="1"/>
              <a:t>Deque</a:t>
            </a:r>
            <a:r>
              <a:rPr lang="pl-PL" sz="1800"/>
              <a:t> to struktura, która pozwala dodać nową głowę na początek i usunąć ogon z końca.</a:t>
            </a:r>
          </a:p>
          <a:p>
            <a:endParaRPr lang="pl-PL" sz="1800"/>
          </a:p>
          <a:p>
            <a:endParaRPr lang="pl-PL" sz="180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7E87AE09-5010-1911-F45E-314A0F100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4689970"/>
            <a:ext cx="4810729" cy="402291"/>
          </a:xfrm>
          <a:prstGeom prst="rect">
            <a:avLst/>
          </a:prstGeom>
        </p:spPr>
      </p:pic>
      <p:pic>
        <p:nvPicPr>
          <p:cNvPr id="8" name="Obraz 7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2E9F7228-6F1E-0E3F-524C-7158EF6C4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3490" y="2685495"/>
            <a:ext cx="3967890" cy="1983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170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759E9C5-8D5E-5A56-1136-AE40FF066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4672"/>
            <a:ext cx="4486656" cy="1141497"/>
          </a:xfrm>
        </p:spPr>
        <p:txBody>
          <a:bodyPr/>
          <a:lstStyle/>
          <a:p>
            <a:r>
              <a:rPr lang="pl-PL" err="1"/>
              <a:t>kolizacja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5FFFFB-E5CA-294B-E083-877AF6D6E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0" y="282633"/>
            <a:ext cx="5073534" cy="61045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b="1" err="1"/>
              <a:t>Kolizacja</a:t>
            </a:r>
            <a:r>
              <a:rPr lang="pl-PL" b="1"/>
              <a:t> węża z samym sobą:</a:t>
            </a:r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Jeśli głowa dotknęła któregoś segmenty to gra przechodzi do stanu Game </a:t>
            </a:r>
            <a:r>
              <a:rPr lang="pl-PL" err="1"/>
              <a:t>Over</a:t>
            </a:r>
            <a:r>
              <a:rPr lang="pl-PL"/>
              <a:t>.</a:t>
            </a:r>
          </a:p>
          <a:p>
            <a:pPr marL="0" indent="0">
              <a:buNone/>
            </a:pPr>
            <a:r>
              <a:rPr lang="pl-PL" b="1" err="1"/>
              <a:t>Kolizacja</a:t>
            </a:r>
            <a:r>
              <a:rPr lang="pl-PL" b="1"/>
              <a:t> ze ścianą:</a:t>
            </a:r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Jeśli wąż próbuje wyjść poza granice okna gra się kończy.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2228329A-1940-807C-AC54-E4ECF7D9E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2386" y="2560320"/>
            <a:ext cx="5073536" cy="3826829"/>
          </a:xfrm>
        </p:spPr>
        <p:txBody>
          <a:bodyPr>
            <a:normAutofit/>
          </a:bodyPr>
          <a:lstStyle/>
          <a:p>
            <a:r>
              <a:rPr lang="pl-PL" err="1"/>
              <a:t>Kolizacja</a:t>
            </a:r>
            <a:r>
              <a:rPr lang="pl-PL"/>
              <a:t> to stan w którym dwa obiekty na siebie nachodzą.</a:t>
            </a:r>
          </a:p>
          <a:p>
            <a:r>
              <a:rPr lang="pl-PL" err="1"/>
              <a:t>Kolizacja</a:t>
            </a:r>
            <a:r>
              <a:rPr lang="pl-PL"/>
              <a:t> z artefaktem:</a:t>
            </a:r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Wąż zjada artefakty, artefakt znika, wąż rośnie i gracz dostaje punkt.</a:t>
            </a:r>
          </a:p>
        </p:txBody>
      </p:sp>
      <p:pic>
        <p:nvPicPr>
          <p:cNvPr id="5" name="Obraz 4" descr="Obraz zawierający tekst, zrzut ekranu, Czcionka, numer&#10;&#10;Zawartość wygenerowana przez AI może być niepoprawna.">
            <a:extLst>
              <a:ext uri="{FF2B5EF4-FFF2-40B4-BE49-F238E27FC236}">
                <a16:creationId xmlns:a16="http://schemas.microsoft.com/office/drawing/2014/main" id="{4614402D-FDC4-1624-8F8F-085DD42EF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3257435"/>
            <a:ext cx="4649807" cy="2133371"/>
          </a:xfrm>
          <a:prstGeom prst="rect">
            <a:avLst/>
          </a:prstGeom>
        </p:spPr>
      </p:pic>
      <p:pic>
        <p:nvPicPr>
          <p:cNvPr id="7" name="Obraz 6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66499F99-3064-0259-3083-1CFB8EDD4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593" y="4095463"/>
            <a:ext cx="5797512" cy="1421291"/>
          </a:xfrm>
          <a:prstGeom prst="rect">
            <a:avLst/>
          </a:prstGeom>
        </p:spPr>
      </p:pic>
      <p:pic>
        <p:nvPicPr>
          <p:cNvPr id="9" name="Obraz 8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156D08EF-3FDD-1BC3-5163-583EC29366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052" y="807674"/>
            <a:ext cx="4295775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175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D258550-76BE-0F78-82AD-6E7ACA22D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479023"/>
            <a:ext cx="4486656" cy="1141497"/>
          </a:xfrm>
        </p:spPr>
        <p:txBody>
          <a:bodyPr/>
          <a:lstStyle/>
          <a:p>
            <a:r>
              <a:rPr lang="pl-PL"/>
              <a:t>Menu</a:t>
            </a:r>
          </a:p>
        </p:txBody>
      </p:sp>
      <p:pic>
        <p:nvPicPr>
          <p:cNvPr id="8" name="Symbol zastępczy zawartości 7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8C4FEBCE-5F8F-3E3F-2B95-6A34B01349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24421" y="1741602"/>
            <a:ext cx="4816475" cy="1757837"/>
          </a:xfrm>
          <a:prstGeom prst="rect">
            <a:avLst/>
          </a:prstGeom>
        </p:spPr>
      </p:pic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53F29523-FEE6-A237-055D-4DC689B2F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8446" y="2950866"/>
            <a:ext cx="5220430" cy="2428030"/>
          </a:xfrm>
        </p:spPr>
        <p:txBody>
          <a:bodyPr>
            <a:normAutofit/>
          </a:bodyPr>
          <a:lstStyle/>
          <a:p>
            <a:r>
              <a:rPr lang="pl-PL" sz="1800"/>
              <a:t>Menu obsługiwane strzałkami.</a:t>
            </a:r>
          </a:p>
          <a:p>
            <a:r>
              <a:rPr lang="pl-PL" sz="1800"/>
              <a:t>Aktualnie wybrana opcja jest podświetlana.</a:t>
            </a:r>
          </a:p>
          <a:p>
            <a:r>
              <a:rPr lang="pl-PL" sz="1800"/>
              <a:t>Zatwierdzenie wyboru klawiszem </a:t>
            </a:r>
            <a:r>
              <a:rPr lang="pl-PL" sz="1800" err="1"/>
              <a:t>Enter</a:t>
            </a:r>
            <a:r>
              <a:rPr lang="pl-PL" sz="1800"/>
              <a:t>.</a:t>
            </a:r>
          </a:p>
        </p:txBody>
      </p:sp>
      <p:pic>
        <p:nvPicPr>
          <p:cNvPr id="3" name="Obraz 2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C80FBE54-9AD2-EFB6-FB62-4DC1574A00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117" y="3959243"/>
            <a:ext cx="3344078" cy="1418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103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03B52C9-ECEC-AFBC-42BA-9EA05D75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543297"/>
            <a:ext cx="4486656" cy="1141497"/>
          </a:xfrm>
        </p:spPr>
        <p:txBody>
          <a:bodyPr/>
          <a:lstStyle/>
          <a:p>
            <a:r>
              <a:rPr lang="pl-PL" err="1"/>
              <a:t>leaderboard</a:t>
            </a:r>
            <a:endParaRPr lang="pl-PL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FBE5997-B366-E3A0-F762-618887BCE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42900" indent="-342900"/>
            <a:r>
              <a:rPr lang="pl-PL" dirty="0"/>
              <a:t>Dane są wczytywane z pliku do wektora poprzez </a:t>
            </a:r>
            <a:r>
              <a:rPr lang="pl-PL" dirty="0" err="1"/>
              <a:t>customowo</a:t>
            </a:r>
            <a:r>
              <a:rPr lang="pl-PL" dirty="0"/>
              <a:t> napisane do tego funkcje.</a:t>
            </a:r>
          </a:p>
          <a:p>
            <a:r>
              <a:rPr lang="pl-PL" dirty="0"/>
              <a:t>Zachowane jest tylko 10 najlepszych wyników - </a:t>
            </a:r>
            <a:r>
              <a:rPr lang="pl-PL" dirty="0" err="1"/>
              <a:t>pozostale</a:t>
            </a:r>
            <a:r>
              <a:rPr lang="pl-PL" dirty="0"/>
              <a:t> są skracane, a plik jest nadpisywany nową tabelą.</a:t>
            </a:r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endParaRPr lang="pl-PL" dirty="0"/>
          </a:p>
          <a:p>
            <a:r>
              <a:rPr lang="pl-PL" dirty="0"/>
              <a:t>Sortowanie odbywa się malejąco po wyniku.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CC544A0-5356-243E-9EF5-54160F328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5568" y="2331982"/>
            <a:ext cx="3794760" cy="2194036"/>
          </a:xfrm>
        </p:spPr>
        <p:txBody>
          <a:bodyPr/>
          <a:lstStyle/>
          <a:p>
            <a:r>
              <a:rPr lang="pl-PL"/>
              <a:t>Każdy rekord składa się z nazwy gracza i wyniku, a dane przechowywane są w </a:t>
            </a:r>
            <a:r>
              <a:rPr lang="pl-PL" err="1"/>
              <a:t>vector</a:t>
            </a:r>
            <a:r>
              <a:rPr lang="pl-PL"/>
              <a:t>&lt;Player&gt;</a:t>
            </a:r>
          </a:p>
        </p:txBody>
      </p:sp>
      <p:pic>
        <p:nvPicPr>
          <p:cNvPr id="6" name="Obraz 5" descr="Obraz zawierający tekst, Czcionka, zrzut ekranu, algebra&#10;&#10;Zawartość wygenerowana przez AI może być niepoprawna.">
            <a:extLst>
              <a:ext uri="{FF2B5EF4-FFF2-40B4-BE49-F238E27FC236}">
                <a16:creationId xmlns:a16="http://schemas.microsoft.com/office/drawing/2014/main" id="{6EEE40C2-C169-BA6E-EAB7-6B1AA98082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525" y="3429000"/>
            <a:ext cx="1752845" cy="1352739"/>
          </a:xfrm>
          <a:prstGeom prst="rect">
            <a:avLst/>
          </a:prstGeom>
        </p:spPr>
      </p:pic>
      <p:pic>
        <p:nvPicPr>
          <p:cNvPr id="10" name="Obraz 9" descr="Obraz zawierający tekst, Czcionka, zrzut ekranu, linia&#10;&#10;Zawartość wygenerowana przez AI może być niepoprawna.">
            <a:extLst>
              <a:ext uri="{FF2B5EF4-FFF2-40B4-BE49-F238E27FC236}">
                <a16:creationId xmlns:a16="http://schemas.microsoft.com/office/drawing/2014/main" id="{52AEF3B3-9209-AF78-451B-8236B1C6E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294" y="5011238"/>
            <a:ext cx="6020640" cy="838317"/>
          </a:xfrm>
          <a:prstGeom prst="rect">
            <a:avLst/>
          </a:prstGeom>
        </p:spPr>
      </p:pic>
      <p:pic>
        <p:nvPicPr>
          <p:cNvPr id="7" name="Obraz 6" descr="Obraz zawierający tekst, Czcionka, zrzut ekranu&#10;&#10;Zawartość wygenerowana przez AI może być niepoprawna.">
            <a:extLst>
              <a:ext uri="{FF2B5EF4-FFF2-40B4-BE49-F238E27FC236}">
                <a16:creationId xmlns:a16="http://schemas.microsoft.com/office/drawing/2014/main" id="{290116C2-8C2E-193B-6DB8-149F679EBB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2872419"/>
            <a:ext cx="243840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783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BC7190-F94C-6CED-A4A5-75DC4231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5" y="664410"/>
            <a:ext cx="4486656" cy="1141497"/>
          </a:xfrm>
        </p:spPr>
        <p:txBody>
          <a:bodyPr/>
          <a:lstStyle/>
          <a:p>
            <a:r>
              <a:rPr lang="pl-PL"/>
              <a:t>Wpisywanie nazwy gracza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821F8F3-925C-2D48-052A-F26902853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endParaRPr lang="pl-PL"/>
          </a:p>
          <a:p>
            <a:pPr marL="0" indent="0">
              <a:buNone/>
            </a:pPr>
            <a:endParaRPr lang="pl-PL"/>
          </a:p>
          <a:p>
            <a:r>
              <a:rPr lang="pl-PL" dirty="0"/>
              <a:t>Klawisz </a:t>
            </a:r>
            <a:r>
              <a:rPr lang="pl-PL" dirty="0" err="1"/>
              <a:t>Backspace</a:t>
            </a:r>
            <a:r>
              <a:rPr lang="pl-PL" dirty="0"/>
              <a:t> pozwala usunąć ostatni znak.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042C709-3AEF-E142-73F0-95D97EE66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15213" y="3051154"/>
            <a:ext cx="3794760" cy="2194036"/>
          </a:xfrm>
        </p:spPr>
        <p:txBody>
          <a:bodyPr>
            <a:normAutofit fontScale="92500" lnSpcReduction="10000"/>
          </a:bodyPr>
          <a:lstStyle/>
          <a:p>
            <a:endParaRPr lang="pl-PL"/>
          </a:p>
          <a:p>
            <a:endParaRPr lang="pl-PL"/>
          </a:p>
          <a:p>
            <a:endParaRPr lang="pl-PL"/>
          </a:p>
          <a:p>
            <a:r>
              <a:rPr lang="pl-PL"/>
              <a:t>Podczas włączonego trybu wpisywania tekstu program odbiera znaki jeden po drugim i dodaje je do nazwy gracza.</a:t>
            </a:r>
          </a:p>
          <a:p>
            <a:r>
              <a:rPr lang="pl-PL"/>
              <a:t>Wpisywany znak jest na bieżąco wyświetlany na ekranie.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893DD434-5473-F7DF-3B3C-312D1BA23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089" y="2228158"/>
            <a:ext cx="3439005" cy="247685"/>
          </a:xfrm>
          <a:prstGeom prst="rect">
            <a:avLst/>
          </a:prstGeom>
        </p:spPr>
      </p:pic>
      <p:pic>
        <p:nvPicPr>
          <p:cNvPr id="8" name="Obraz 7" descr="Obraz zawierający tekst, Czcionka, zrzut ekranu, paragon&#10;&#10;Zawartość wygenerowana przez AI może być niepoprawna.">
            <a:extLst>
              <a:ext uri="{FF2B5EF4-FFF2-40B4-BE49-F238E27FC236}">
                <a16:creationId xmlns:a16="http://schemas.microsoft.com/office/drawing/2014/main" id="{EFAF5A26-BF2A-0BA3-C673-7EF6C4B32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22" y="2898094"/>
            <a:ext cx="5306165" cy="952633"/>
          </a:xfrm>
          <a:prstGeom prst="rect">
            <a:avLst/>
          </a:prstGeom>
        </p:spPr>
      </p:pic>
      <p:pic>
        <p:nvPicPr>
          <p:cNvPr id="12" name="Obraz 11" descr="Obraz zawierający tekst, zrzut ekranu, Czcionka, linia&#10;&#10;Zawartość wygenerowana przez AI może być niepoprawna.">
            <a:extLst>
              <a:ext uri="{FF2B5EF4-FFF2-40B4-BE49-F238E27FC236}">
                <a16:creationId xmlns:a16="http://schemas.microsoft.com/office/drawing/2014/main" id="{68C2AB2E-CC9B-362C-AF52-89C992FA0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915" y="1823288"/>
            <a:ext cx="5506218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66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F746143-D3F6-D968-2F9E-852B5319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804672"/>
            <a:ext cx="4486656" cy="1141497"/>
          </a:xfrm>
        </p:spPr>
        <p:txBody>
          <a:bodyPr/>
          <a:lstStyle/>
          <a:p>
            <a:r>
              <a:rPr lang="pl-PL"/>
              <a:t>Dźwięk i muzyka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A680862-5E78-D404-C3BF-C685926BC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E886002-5A93-0D33-D3E0-09365028A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5568" y="2717796"/>
            <a:ext cx="3794760" cy="2194036"/>
          </a:xfrm>
        </p:spPr>
        <p:txBody>
          <a:bodyPr/>
          <a:lstStyle/>
          <a:p>
            <a:r>
              <a:rPr lang="pl-PL"/>
              <a:t>W grze muzyka tła jest odtwarzana osobno w menu oraz podczas rozgrywki.</a:t>
            </a:r>
          </a:p>
          <a:p>
            <a:r>
              <a:rPr lang="pl-PL"/>
              <a:t>Przy zjadaniu artefaktu odtwarzany jest krótki efekt dźwiękowy, który informuje gracza o zdobyciu punktu.</a:t>
            </a:r>
          </a:p>
          <a:p>
            <a:r>
              <a:rPr lang="pl-PL"/>
              <a:t>Po zakończeniu gry muzyka zostaje zastąpiona muzyką menu.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B140989-FD81-E8F4-34A4-1CC52D2C81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05" y="2882396"/>
            <a:ext cx="2810267" cy="323895"/>
          </a:xfrm>
          <a:prstGeom prst="rect">
            <a:avLst/>
          </a:prstGeom>
        </p:spPr>
      </p:pic>
      <p:pic>
        <p:nvPicPr>
          <p:cNvPr id="8" name="Obraz 7">
            <a:extLst>
              <a:ext uri="{FF2B5EF4-FFF2-40B4-BE49-F238E27FC236}">
                <a16:creationId xmlns:a16="http://schemas.microsoft.com/office/drawing/2014/main" id="{4805A002-E8D0-6240-06DD-ACDE85954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05" y="2081857"/>
            <a:ext cx="2711119" cy="323895"/>
          </a:xfrm>
          <a:prstGeom prst="rect">
            <a:avLst/>
          </a:prstGeom>
        </p:spPr>
      </p:pic>
      <p:pic>
        <p:nvPicPr>
          <p:cNvPr id="10" name="Obraz 9" descr="Obraz zawierający tekst, Czcionka, zrzut ekranu, biały&#10;&#10;Zawartość wygenerowana przez AI może być niepoprawna.">
            <a:extLst>
              <a:ext uri="{FF2B5EF4-FFF2-40B4-BE49-F238E27FC236}">
                <a16:creationId xmlns:a16="http://schemas.microsoft.com/office/drawing/2014/main" id="{A5C5BBBB-8B33-F70A-DEA9-D1E7C965B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05" y="3645159"/>
            <a:ext cx="4725059" cy="83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01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ACEE30-25B5-938E-5A63-9747DC3A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620" y="1319566"/>
            <a:ext cx="4486656" cy="1141497"/>
          </a:xfrm>
        </p:spPr>
        <p:txBody>
          <a:bodyPr/>
          <a:lstStyle/>
          <a:p>
            <a:r>
              <a:rPr lang="pl-PL"/>
              <a:t>Kontrola przebiegu programu</a:t>
            </a:r>
          </a:p>
        </p:txBody>
      </p:sp>
      <p:pic>
        <p:nvPicPr>
          <p:cNvPr id="5" name="Symbol zastępczy zawartości 4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70618326-EA8D-48B8-6EC3-A2098CF37E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8835" y="1935527"/>
            <a:ext cx="3917873" cy="2986947"/>
          </a:xfrm>
          <a:prstGeom prst="rect">
            <a:avLst/>
          </a:prstGeom>
        </p:spPr>
      </p:pic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D26440C5-5DD1-899C-CEA1-340936A6E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5568" y="3117656"/>
            <a:ext cx="3794760" cy="2194036"/>
          </a:xfrm>
        </p:spPr>
        <p:txBody>
          <a:bodyPr/>
          <a:lstStyle/>
          <a:p>
            <a:r>
              <a:rPr lang="pl-PL"/>
              <a:t>Dzięki temu np. nie wąż nie porusza się po przegranej oraz w odpowiednim momencie wyświetla się Game </a:t>
            </a:r>
            <a:r>
              <a:rPr lang="pl-PL" err="1"/>
              <a:t>Over</a:t>
            </a:r>
            <a:r>
              <a:rPr lang="pl-PL"/>
              <a:t>.</a:t>
            </a:r>
          </a:p>
          <a:p>
            <a:endParaRPr lang="pl-PL"/>
          </a:p>
          <a:p>
            <a:r>
              <a:rPr lang="pl-PL"/>
              <a:t>Stany gry określają, czy gra jest aktualnie w trakcie rozgrywki, czy po przegranej oraz decydują o tym co jest wyświetlane i jak program reaguje na klawiaturę.</a:t>
            </a:r>
          </a:p>
        </p:txBody>
      </p:sp>
    </p:spTree>
    <p:extLst>
      <p:ext uri="{BB962C8B-B14F-4D97-AF65-F5344CB8AC3E}">
        <p14:creationId xmlns:p14="http://schemas.microsoft.com/office/powerpoint/2010/main" val="492078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EDE878-E4A9-533D-5DB4-24E7CCAFC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BA8A0E-33BF-5619-5D49-0AF9E7EED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4320" y="210912"/>
            <a:ext cx="8477480" cy="755390"/>
          </a:xfrm>
        </p:spPr>
        <p:txBody>
          <a:bodyPr>
            <a:normAutofit fontScale="90000"/>
          </a:bodyPr>
          <a:lstStyle/>
          <a:p>
            <a:r>
              <a:rPr lang="pl-PL" dirty="0"/>
              <a:t>Zrzuty ekranu gry</a:t>
            </a:r>
          </a:p>
        </p:txBody>
      </p:sp>
      <p:pic>
        <p:nvPicPr>
          <p:cNvPr id="3" name="Obraz 2" descr="Obraz zawierający tekst, zrzut ekranu, Czcionka, typografia&#10;&#10;Zawartość wygenerowana przez AI może być niepoprawna.">
            <a:extLst>
              <a:ext uri="{FF2B5EF4-FFF2-40B4-BE49-F238E27FC236}">
                <a16:creationId xmlns:a16="http://schemas.microsoft.com/office/drawing/2014/main" id="{BA1A2A74-82C9-DC9F-04AF-5AA860B6C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167" y="1144158"/>
            <a:ext cx="5834714" cy="32639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Obraz 3" descr="Obraz zawierający tekst, zrzut ekranu, Czcionka, design&#10;&#10;Zawartość wygenerowana przez AI może być niepoprawna.">
            <a:extLst>
              <a:ext uri="{FF2B5EF4-FFF2-40B4-BE49-F238E27FC236}">
                <a16:creationId xmlns:a16="http://schemas.microsoft.com/office/drawing/2014/main" id="{0C7E4F31-AA54-6234-B9A2-0243BDA3A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447" y="1846232"/>
            <a:ext cx="6346659" cy="35766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Obraz 4" descr="Obraz zawierający tekst, zrzut ekranu, Czcionka, Grafika&#10;&#10;Zawartość wygenerowana przez AI może być niepoprawna.">
            <a:extLst>
              <a:ext uri="{FF2B5EF4-FFF2-40B4-BE49-F238E27FC236}">
                <a16:creationId xmlns:a16="http://schemas.microsoft.com/office/drawing/2014/main" id="{5161A89D-5997-D1CC-CCBF-203597A78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6843" y="3741206"/>
            <a:ext cx="5313948" cy="30051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088117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DCB5690-D320-EDE4-14FB-756AF021E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Podział obowiązków w zespole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CDFAF3E-EEEC-ED67-0335-E4912D6CE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498" y="2638044"/>
            <a:ext cx="10860353" cy="378135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400" b="1" dirty="0"/>
              <a:t>Justyna Sielska:</a:t>
            </a:r>
            <a:r>
              <a:rPr lang="pl-PL" sz="2400" dirty="0"/>
              <a:t> Poprawki w kodzie,  Mechanika artefaktów, podstawowa mechanika Game </a:t>
            </a:r>
            <a:r>
              <a:rPr lang="pl-PL" sz="2400" dirty="0" err="1"/>
              <a:t>Over</a:t>
            </a:r>
            <a:r>
              <a:rPr lang="pl-PL" sz="2400" dirty="0"/>
              <a:t> (wyłączanie gry oraz restart spacja) i ustalenie stanów gry, wyświetlanie wyniku w trakcie gry, brak Game </a:t>
            </a:r>
            <a:r>
              <a:rPr lang="pl-PL" sz="2400" dirty="0" err="1"/>
              <a:t>Over</a:t>
            </a:r>
            <a:r>
              <a:rPr lang="pl-PL" sz="2400" dirty="0"/>
              <a:t> przy "cofaniu", przygotowanie sprawozdania z projektu;</a:t>
            </a:r>
          </a:p>
          <a:p>
            <a:r>
              <a:rPr lang="pl-PL" sz="2400" b="1" dirty="0"/>
              <a:t>Marta Lipień: </a:t>
            </a:r>
            <a:r>
              <a:rPr lang="pl-PL" sz="2400" dirty="0"/>
              <a:t> Podstawowe ciało gry, czuwanie nad fabułą i </a:t>
            </a:r>
            <a:r>
              <a:rPr lang="pl-PL" sz="2400" err="1"/>
              <a:t>assetami</a:t>
            </a:r>
            <a:r>
              <a:rPr lang="pl-PL" sz="2400" dirty="0"/>
              <a:t>, przygotowanie modułu </a:t>
            </a:r>
            <a:r>
              <a:rPr lang="pl-PL" sz="2400" err="1"/>
              <a:t>customowego</a:t>
            </a:r>
            <a:r>
              <a:rPr lang="pl-PL" sz="2400" dirty="0"/>
              <a:t> koloru ciała oraz głowy </a:t>
            </a:r>
            <a:r>
              <a:rPr lang="pl-PL" sz="2400" err="1"/>
              <a:t>snake'a</a:t>
            </a:r>
            <a:r>
              <a:rPr lang="pl-PL" sz="2400" dirty="0"/>
              <a:t> + menu, </a:t>
            </a:r>
            <a:r>
              <a:rPr lang="pl-PL" sz="2400"/>
              <a:t>przygotowanie prezentacji multimedialnej projektu;</a:t>
            </a:r>
          </a:p>
          <a:p>
            <a:r>
              <a:rPr lang="pl-PL" sz="2400" b="1" dirty="0"/>
              <a:t>Aleksandra Woźniak: </a:t>
            </a:r>
            <a:r>
              <a:rPr lang="pl-PL" sz="2400" dirty="0"/>
              <a:t>Obsługa błędu, udźwiękowienie programu, praca nad </a:t>
            </a:r>
            <a:r>
              <a:rPr lang="pl-PL" sz="2400" dirty="0" err="1"/>
              <a:t>Leaderboardem</a:t>
            </a:r>
            <a:r>
              <a:rPr lang="pl-PL" sz="2400" dirty="0"/>
              <a:t> - wyniki, zapis; Stworzenie ekranu Game </a:t>
            </a:r>
            <a:r>
              <a:rPr lang="pl-PL" sz="2400" dirty="0" err="1"/>
              <a:t>Over</a:t>
            </a:r>
            <a:r>
              <a:rPr lang="pl-PL" sz="2400" dirty="0"/>
              <a:t> z podanymi wynikami.</a:t>
            </a:r>
          </a:p>
        </p:txBody>
      </p:sp>
    </p:spTree>
    <p:extLst>
      <p:ext uri="{BB962C8B-B14F-4D97-AF65-F5344CB8AC3E}">
        <p14:creationId xmlns:p14="http://schemas.microsoft.com/office/powerpoint/2010/main" val="241131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39000" b="-3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A24195-8379-FA03-EFA0-BA548B4CB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EECF8A-FBAB-5CE8-A9AB-CA52C6DAA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2607081"/>
            <a:ext cx="8991600" cy="1645920"/>
          </a:xfrm>
        </p:spPr>
        <p:txBody>
          <a:bodyPr/>
          <a:lstStyle/>
          <a:p>
            <a:r>
              <a:rPr lang="pl-PL" dirty="0"/>
              <a:t>Pokaz </a:t>
            </a:r>
            <a:r>
              <a:rPr lang="pl-PL" dirty="0" err="1"/>
              <a:t>gameplayu</a:t>
            </a:r>
          </a:p>
        </p:txBody>
      </p:sp>
    </p:spTree>
    <p:extLst>
      <p:ext uri="{BB962C8B-B14F-4D97-AF65-F5344CB8AC3E}">
        <p14:creationId xmlns:p14="http://schemas.microsoft.com/office/powerpoint/2010/main" val="3931908629"/>
      </p:ext>
    </p:extLst>
  </p:cSld>
  <p:clrMapOvr>
    <a:masterClrMapping/>
  </p:clrMapOvr>
</p:sld>
</file>

<file path=ppt/theme/theme1.xml><?xml version="1.0" encoding="utf-8"?>
<a:theme xmlns:a="http://schemas.openxmlformats.org/drawingml/2006/main" name="Paczka">
  <a:themeElements>
    <a:clrScheme name="Paczka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czka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zka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E8D0092F0E8074F9842518508CA4497" ma:contentTypeVersion="4" ma:contentTypeDescription="Utwórz nowy dokument." ma:contentTypeScope="" ma:versionID="8362139e4f9d23be1a4bcde14bc61758">
  <xsd:schema xmlns:xsd="http://www.w3.org/2001/XMLSchema" xmlns:xs="http://www.w3.org/2001/XMLSchema" xmlns:p="http://schemas.microsoft.com/office/2006/metadata/properties" xmlns:ns3="652ea3c4-7253-4dfb-8c6d-66c73f6fdde8" targetNamespace="http://schemas.microsoft.com/office/2006/metadata/properties" ma:root="true" ma:fieldsID="744f1934a14f5ec459d754204c1213ee" ns3:_="">
    <xsd:import namespace="652ea3c4-7253-4dfb-8c6d-66c73f6fdde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2ea3c4-7253-4dfb-8c6d-66c73f6fdde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CE438A6-6A44-4E24-8FCB-C9498AB3E7E4}">
  <ds:schemaRefs>
    <ds:schemaRef ds:uri="652ea3c4-7253-4dfb-8c6d-66c73f6fdde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C9C882B-8124-4B57-821F-ADE3E18ED4D5}">
  <ds:schemaRefs>
    <ds:schemaRef ds:uri="652ea3c4-7253-4dfb-8c6d-66c73f6fdd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79725E7-76E9-49EF-9ADA-E9D0E49A447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TM10001115[[fn=Paczka]]</Template>
  <Application>Microsoft Office PowerPoint</Application>
  <PresentationFormat>Panoramiczny</PresentationFormat>
  <Slides>14</Slides>
  <Notes>0</Notes>
  <HiddenSlides>0</HiddenSlide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5" baseType="lpstr">
      <vt:lpstr>Paczka</vt:lpstr>
      <vt:lpstr>Indiana Snake</vt:lpstr>
      <vt:lpstr>Indiana snake w pigułce  </vt:lpstr>
      <vt:lpstr>Generowanie artefaktów</vt:lpstr>
      <vt:lpstr>Ruch węża</vt:lpstr>
      <vt:lpstr>Przechowywanie ciała węża</vt:lpstr>
      <vt:lpstr>kolizacja</vt:lpstr>
      <vt:lpstr>Menu</vt:lpstr>
      <vt:lpstr>leaderboard</vt:lpstr>
      <vt:lpstr>Wpisywanie nazwy gracza</vt:lpstr>
      <vt:lpstr>Dźwięk i muzyka</vt:lpstr>
      <vt:lpstr>Kontrola przebiegu programu</vt:lpstr>
      <vt:lpstr>Zrzuty ekranu gry</vt:lpstr>
      <vt:lpstr>Podział obowiązków w zespole</vt:lpstr>
      <vt:lpstr>Pokaz gameplayu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Lipień</dc:creator>
  <cp:revision>124</cp:revision>
  <dcterms:created xsi:type="dcterms:W3CDTF">2026-01-08T19:49:48Z</dcterms:created>
  <dcterms:modified xsi:type="dcterms:W3CDTF">2026-01-14T22:01:58Z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0x0101007E8D0092F0E8074F9842518508CA4497</vt:lpwstr>
  </property>
</Properties>
</file>